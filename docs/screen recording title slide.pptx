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365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BFE"/>
    <a:srgbClr val="000000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napToObjects="1" showGuides="1">
      <p:cViewPr varScale="1">
        <p:scale>
          <a:sx n="93" d="100"/>
          <a:sy n="93" d="100"/>
        </p:scale>
        <p:origin x="1272" y="30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8/10/relationships/authors" Target="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BFD57-AB0A-470B-A7AF-56DFE7B5174A}" type="datetimeFigureOut">
              <a:rPr lang="en-US" smtClean="0"/>
              <a:t>3/21/2026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61A1-75D9-49F7-83EB-F587264261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339F-6CEA-4641-BE08-40DAFD6FCF25}" type="datetimeFigureOut">
              <a:rPr lang="en-US" smtClean="0"/>
              <a:t>3/21/2026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75CB5-5666-5049-9AE0-38EFD385C2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5012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04799"/>
            <a:ext cx="12191998" cy="3215641"/>
          </a:xfrm>
        </p:spPr>
        <p:txBody>
          <a:bodyPr lIns="0" rIns="0" bIns="0" anchor="b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8B9CAE2-F3DD-D6D3-96C8-D947A41177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3670628"/>
            <a:ext cx="12191997" cy="2577772"/>
          </a:xfrm>
        </p:spPr>
        <p:txBody>
          <a:bodyPr>
            <a:noAutofit/>
          </a:bodyPr>
          <a:lstStyle>
            <a:lvl1pPr marL="0" indent="0" algn="ctr">
              <a:buNone/>
              <a:defRPr sz="3200" b="0" i="0" cap="all" spc="600" baseline="0">
                <a:solidFill>
                  <a:schemeClr val="accent3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119321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anchor="ctr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Content Placeholder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Graphic 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anchor="b"/>
          <a:lstStyle>
            <a:lvl1pPr>
              <a:defRPr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040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B5B81B-FCE8-FE9C-8F0A-6488B25F0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869" y="579120"/>
            <a:ext cx="11548261" cy="2733306"/>
          </a:xfrm>
        </p:spPr>
        <p:txBody>
          <a:bodyPr anchor="b">
            <a:noAutofit/>
          </a:bodyPr>
          <a:lstStyle>
            <a:lvl1pPr algn="ctr">
              <a:defRPr sz="32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F877C2F-8190-18D9-5D24-5BD7B05A29F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1868" y="3484615"/>
            <a:ext cx="11562303" cy="2387865"/>
          </a:xfrm>
        </p:spPr>
        <p:txBody>
          <a:bodyPr>
            <a:noAutofit/>
          </a:bodyPr>
          <a:lstStyle>
            <a:lvl1pPr marL="0" indent="0" algn="ctr">
              <a:buNone/>
              <a:defRPr sz="60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659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664209F-41AB-70E5-1B9E-7490900C5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1"/>
            <a:ext cx="12191997" cy="6857998"/>
          </a:xfrm>
          <a:prstGeom prst="rect">
            <a:avLst/>
          </a:prstGeom>
          <a:gradFill flip="none" rotWithShape="1">
            <a:gsLst>
              <a:gs pos="0">
                <a:srgbClr val="1A012C"/>
              </a:gs>
              <a:gs pos="45000">
                <a:srgbClr val="1A012C">
                  <a:alpha val="50000"/>
                </a:srgbClr>
              </a:gs>
              <a:gs pos="100000">
                <a:schemeClr val="accent6">
                  <a:lumMod val="5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2D3409-585B-54E2-1DCC-AC58804E4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6350"/>
            <a:ext cx="6096000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891" y="511762"/>
            <a:ext cx="4960830" cy="2785158"/>
          </a:xfrm>
        </p:spPr>
        <p:txBody>
          <a:bodyPr anchor="b">
            <a:noAutofit/>
          </a:bodyPr>
          <a:lstStyle>
            <a:lvl1pPr algn="l">
              <a:defRPr sz="24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47B8A5C-E279-DB0B-E9D3-9274178761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2640" y="3484615"/>
            <a:ext cx="4958081" cy="2387865"/>
          </a:xfrm>
        </p:spPr>
        <p:txBody>
          <a:bodyPr>
            <a:noAutofit/>
          </a:bodyPr>
          <a:lstStyle>
            <a:lvl1pPr marL="0" indent="0" algn="l">
              <a:buNone/>
              <a:defRPr sz="32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386C402-C5C5-2A54-C618-62673AD93C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97638" y="336550"/>
            <a:ext cx="5322887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218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2 column">
    <p:bg>
      <p:bgPr>
        <a:gradFill>
          <a:gsLst>
            <a:gs pos="100000">
              <a:schemeClr val="tx2"/>
            </a:gs>
            <a:gs pos="79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14">
            <a:extLst>
              <a:ext uri="{FF2B5EF4-FFF2-40B4-BE49-F238E27FC236}">
                <a16:creationId xmlns:a16="http://schemas.microsoft.com/office/drawing/2014/main" id="{318CE367-BBCB-F4AB-635F-4C9995EAE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350"/>
            <a:ext cx="2356339" cy="68538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CE3FBBA-81E2-31F1-EF51-02706B5B5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56339" y="-6350"/>
            <a:ext cx="983180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D3746D-3CD1-FFA5-0019-AD0C588B1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05669" y="2002443"/>
            <a:ext cx="7922116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5669" y="113097"/>
            <a:ext cx="7420819" cy="16563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9624CF4-7769-4663-3361-39136F5E20C8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305669" y="2470150"/>
            <a:ext cx="7420819" cy="3676649"/>
          </a:xfrm>
        </p:spPr>
        <p:txBody>
          <a:bodyPr/>
          <a:lstStyle>
            <a:lvl1pPr marL="2857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+mn-lt"/>
              </a:defRPr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+mn-lt"/>
              </a:defRPr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+mn-lt"/>
              </a:defRPr>
            </a:lvl3pPr>
            <a:lvl4pPr marL="16573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026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361F2FA-20C7-5447-C138-CE2CA186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" y="2"/>
            <a:ext cx="12191997" cy="6857998"/>
            <a:chOff x="3" y="2"/>
            <a:chExt cx="12191997" cy="685799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FEDD626-82E4-71C6-25F1-CDA46B7B3F39}"/>
                </a:ext>
              </a:extLst>
            </p:cNvPr>
            <p:cNvSpPr/>
            <p:nvPr/>
          </p:nvSpPr>
          <p:spPr>
            <a:xfrm>
              <a:off x="3" y="2"/>
              <a:ext cx="12191997" cy="6857998"/>
            </a:xfrm>
            <a:prstGeom prst="rect">
              <a:avLst/>
            </a:prstGeom>
            <a:gradFill flip="none" rotWithShape="1">
              <a:gsLst>
                <a:gs pos="0">
                  <a:srgbClr val="1A012C"/>
                </a:gs>
                <a:gs pos="45000">
                  <a:srgbClr val="1A012C">
                    <a:alpha val="50000"/>
                  </a:srgbClr>
                </a:gs>
                <a:gs pos="100000">
                  <a:schemeClr val="accent6">
                    <a:lumMod val="5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DC952AF-CE06-54F7-CB4A-1722F90A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" y="2"/>
              <a:ext cx="12191994" cy="6857996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E6EDFF3-843B-AAE9-DB73-423142606F52}"/>
                </a:ext>
              </a:extLst>
            </p:cNvPr>
            <p:cNvGrpSpPr/>
            <p:nvPr/>
          </p:nvGrpSpPr>
          <p:grpSpPr>
            <a:xfrm rot="5400000">
              <a:off x="1645776" y="1222395"/>
              <a:ext cx="431603" cy="412684"/>
              <a:chOff x="1870859" y="869908"/>
              <a:chExt cx="431603" cy="412684"/>
            </a:xfrm>
          </p:grpSpPr>
          <p:sp>
            <p:nvSpPr>
              <p:cNvPr id="12" name="Graphic 15">
                <a:extLst>
                  <a:ext uri="{FF2B5EF4-FFF2-40B4-BE49-F238E27FC236}">
                    <a16:creationId xmlns:a16="http://schemas.microsoft.com/office/drawing/2014/main" id="{312F4F85-6C79-201D-E20D-64CD4728E4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01D71DAD-ECC6-A850-88E4-A4EDCF494A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632CC6D-6024-2368-8EBA-4B7A2D6428BC}"/>
                </a:ext>
              </a:extLst>
            </p:cNvPr>
            <p:cNvGrpSpPr/>
            <p:nvPr/>
          </p:nvGrpSpPr>
          <p:grpSpPr>
            <a:xfrm rot="20626702">
              <a:off x="10248169" y="5448942"/>
              <a:ext cx="431603" cy="412684"/>
              <a:chOff x="1870859" y="869908"/>
              <a:chExt cx="431603" cy="412684"/>
            </a:xfrm>
          </p:grpSpPr>
          <p:sp>
            <p:nvSpPr>
              <p:cNvPr id="6" name="Graphic 15">
                <a:extLst>
                  <a:ext uri="{FF2B5EF4-FFF2-40B4-BE49-F238E27FC236}">
                    <a16:creationId xmlns:a16="http://schemas.microsoft.com/office/drawing/2014/main" id="{B05BE7BE-7D54-A09B-8A67-6B28CF6BB6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7" name="Graphic 12">
                <a:extLst>
                  <a:ext uri="{FF2B5EF4-FFF2-40B4-BE49-F238E27FC236}">
                    <a16:creationId xmlns:a16="http://schemas.microsoft.com/office/drawing/2014/main" id="{258346A9-F75C-6704-EEED-CF7A8A0F8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82CC39D-03B1-4933-F236-462B5862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anchor="b"/>
          <a:lstStyle>
            <a:lvl1pPr algn="ctr">
              <a:defRPr sz="3200" cap="all" spc="6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711CA51-49DC-62CA-F147-F286B1C9DBD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32448" y="3962135"/>
            <a:ext cx="6327105" cy="2653771"/>
          </a:xfrm>
        </p:spPr>
        <p:txBody>
          <a:bodyPr>
            <a:noAutofit/>
          </a:bodyPr>
          <a:lstStyle>
            <a:lvl1pPr marL="0" indent="0" algn="ctr">
              <a:buNone/>
              <a:defRPr sz="1800" b="0" i="0" cap="all" spc="300" baseline="0">
                <a:solidFill>
                  <a:schemeClr val="bg1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118341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C7D5518-914C-92E3-E9EC-26752C9F0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-6350"/>
            <a:ext cx="12192000" cy="6864350"/>
            <a:chOff x="-1" y="-6350"/>
            <a:chExt cx="12192000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D0B82-F74C-65EF-3BF6-8EEA16F3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8750" y="-6350"/>
              <a:ext cx="10763249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Picture 5" descr="A blue and purple spiral&#10;&#10;Description automatically generated">
              <a:extLst>
                <a:ext uri="{FF2B5EF4-FFF2-40B4-BE49-F238E27FC236}">
                  <a16:creationId xmlns:a16="http://schemas.microsoft.com/office/drawing/2014/main" id="{44E12326-9CF4-38EC-1BAF-1F994F2208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93"/>
            <a:stretch/>
          </p:blipFill>
          <p:spPr>
            <a:xfrm flipH="1">
              <a:off x="-1" y="0"/>
              <a:ext cx="1428751" cy="68580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D5C1D9C-B114-FC6A-9213-7287D39EAD9F}"/>
                </a:ext>
              </a:extLst>
            </p:cNvPr>
            <p:cNvGrpSpPr/>
            <p:nvPr/>
          </p:nvGrpSpPr>
          <p:grpSpPr>
            <a:xfrm>
              <a:off x="10649689" y="4382998"/>
              <a:ext cx="754139" cy="1865729"/>
              <a:chOff x="653351" y="2693558"/>
              <a:chExt cx="754139" cy="1865729"/>
            </a:xfrm>
          </p:grpSpPr>
          <p:sp>
            <p:nvSpPr>
              <p:cNvPr id="11" name="Graphic 15">
                <a:extLst>
                  <a:ext uri="{FF2B5EF4-FFF2-40B4-BE49-F238E27FC236}">
                    <a16:creationId xmlns:a16="http://schemas.microsoft.com/office/drawing/2014/main" id="{2BC89B10-C93E-8CE5-73B3-F6049168C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98137" y="2693558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2" name="Graphic 12">
                <a:extLst>
                  <a:ext uri="{FF2B5EF4-FFF2-40B4-BE49-F238E27FC236}">
                    <a16:creationId xmlns:a16="http://schemas.microsoft.com/office/drawing/2014/main" id="{39DB2AA2-9661-AC91-932D-2F1BEC47BD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306906" y="3837599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86C9AC9B-3792-E880-03FE-D46FB046AB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53351" y="4521502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142A133-65D6-D958-C0CD-E8D45B9BD7BB}"/>
                </a:ext>
              </a:extLst>
            </p:cNvPr>
            <p:cNvGrpSpPr/>
            <p:nvPr/>
          </p:nvGrpSpPr>
          <p:grpSpPr>
            <a:xfrm>
              <a:off x="1870859" y="869908"/>
              <a:ext cx="431603" cy="412684"/>
              <a:chOff x="1870859" y="869908"/>
              <a:chExt cx="431603" cy="412684"/>
            </a:xfrm>
          </p:grpSpPr>
          <p:sp>
            <p:nvSpPr>
              <p:cNvPr id="9" name="Graphic 15">
                <a:extLst>
                  <a:ext uri="{FF2B5EF4-FFF2-40B4-BE49-F238E27FC236}">
                    <a16:creationId xmlns:a16="http://schemas.microsoft.com/office/drawing/2014/main" id="{A746B023-387D-4EAC-052B-60F131E6E7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0" name="Graphic 12">
                <a:extLst>
                  <a:ext uri="{FF2B5EF4-FFF2-40B4-BE49-F238E27FC236}">
                    <a16:creationId xmlns:a16="http://schemas.microsoft.com/office/drawing/2014/main" id="{20760125-21CF-A296-3EA7-3C6C0E9BC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851D11-41E3-33F2-CBA6-B2A9A5A2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69139" y="2002443"/>
            <a:ext cx="88735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9620" y="162560"/>
            <a:ext cx="8843050" cy="16169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373002" y="2474811"/>
            <a:ext cx="4015098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D77F99A7-26FA-422E-43E9-C76B4A56E4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995159" y="2474811"/>
            <a:ext cx="4227332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828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Graphic 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Graphic 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Graphic 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927600" y="2465539"/>
            <a:ext cx="6315069" cy="3723753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22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23B0D0-B01D-0BB0-6127-A878BE49D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39728" y="-6350"/>
            <a:ext cx="6154615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9627" y="173736"/>
            <a:ext cx="4352662" cy="220370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C363351-4779-B42E-ED7A-C4AF2920BABC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36550" y="336550"/>
            <a:ext cx="5303640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889627" y="3104277"/>
            <a:ext cx="4371560" cy="3022201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0712911-615E-724B-FC0F-99629152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89627" y="2679480"/>
            <a:ext cx="4352662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082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FFF0E2-6B47-67EB-D6AA-D972E7B7C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6350"/>
            <a:ext cx="464695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827F6F-999F-23E9-8C09-325D1A76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80134"/>
            <a:ext cx="3114078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171396"/>
            <a:ext cx="3736630" cy="2202350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41716" y="3078480"/>
            <a:ext cx="3108193" cy="30479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D360C16C-E69B-FDEF-F033-CA9A2E238288}"/>
              </a:ext>
            </a:extLst>
          </p:cNvPr>
          <p:cNvSpPr>
            <a:spLocks noGrp="1"/>
          </p:cNvSpPr>
          <p:nvPr>
            <p:ph type="tbl" sz="quarter" idx="37"/>
          </p:nvPr>
        </p:nvSpPr>
        <p:spPr>
          <a:xfrm>
            <a:off x="5067300" y="404813"/>
            <a:ext cx="6705600" cy="6048375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907219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96A82D-0723-4BA3-0283-9F0D67B0C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20A5FD-BDFB-45F2-E644-E93FB81CA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416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3562" y="433906"/>
            <a:ext cx="10515601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4302" y="2465535"/>
            <a:ext cx="7303538" cy="3427265"/>
          </a:xfrm>
        </p:spPr>
        <p:txBody>
          <a:bodyPr/>
          <a:lstStyle>
            <a:lvl1pPr marL="283464" indent="-283464"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6928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2pPr>
            <a:lvl3pPr marL="859536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3pPr>
            <a:lvl4pPr marL="115214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E7FC75E-AA73-003E-D4E3-B1819886AF9C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392160" y="2465388"/>
            <a:ext cx="2856865" cy="3427412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600">
                <a:solidFill>
                  <a:schemeClr val="bg1"/>
                </a:solidFill>
                <a:latin typeface="+mn-lt"/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bg1"/>
                </a:solidFill>
                <a:latin typeface="+mn-lt"/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611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D51531-1219-2E4B-DCE7-C6FD9D809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EC02E56-87A4-158A-F0B0-DB8E9BE3A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91547"/>
            <a:ext cx="10546763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643842"/>
            <a:ext cx="10515601" cy="1140849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471D7DE3-05F5-8052-02FA-6EF9717E15B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5025" y="2560638"/>
            <a:ext cx="10515600" cy="3478212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68DE94-FC46-A848-7949-ABFEADADE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5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81987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89F5C3D-E9E6-75E0-BF7D-799B5CFE5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7"/>
            <a:ext cx="7616537" cy="6853863"/>
            <a:chOff x="4575462" y="4137"/>
            <a:chExt cx="7616537" cy="685386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DE1D2C2-40C4-6B80-E8C6-B4CE94C23037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C904D88-E1BE-F1FA-D405-F55DA966DA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Graphic 12">
                <a:extLst>
                  <a:ext uri="{FF2B5EF4-FFF2-40B4-BE49-F238E27FC236}">
                    <a16:creationId xmlns:a16="http://schemas.microsoft.com/office/drawing/2014/main" id="{1D8F0816-C429-D32E-058B-33405874DF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pic>
          <p:nvPicPr>
            <p:cNvPr id="4" name="Content Placeholder 14">
              <a:extLst>
                <a:ext uri="{FF2B5EF4-FFF2-40B4-BE49-F238E27FC236}">
                  <a16:creationId xmlns:a16="http://schemas.microsoft.com/office/drawing/2014/main" id="{14AC0A97-7D79-3DBE-FB53-A9EBFD806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7"/>
              <a:ext cx="5649203" cy="685386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831" y="173735"/>
            <a:ext cx="4409514" cy="2203704"/>
          </a:xfrm>
        </p:spPr>
        <p:txBody>
          <a:bodyPr anchor="b">
            <a:noAutofit/>
          </a:bodyPr>
          <a:lstStyle>
            <a:lvl1pPr>
              <a:defRPr sz="3200" cap="all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D9D0F3E-69D8-49F3-5D7A-71FDC4E3EE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1850" y="3079119"/>
            <a:ext cx="4413250" cy="2752725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CFC792-44F7-2497-E19D-8FB08AFF9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79192"/>
            <a:ext cx="4101929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260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99000">
              <a:srgbClr val="0520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EA418-19D1-0D4D-BE52-40A86E32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BAE0C-5187-A64D-A481-E6924567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59C05-48F5-9346-8256-5B61C6990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75D63-7351-9C4A-AEE0-10E27B3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0889F-2BBA-5F45-95BC-BEA66881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6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79" r:id="rId2"/>
    <p:sldLayoutId id="2147483669" r:id="rId3"/>
    <p:sldLayoutId id="2147483672" r:id="rId4"/>
    <p:sldLayoutId id="2147483673" r:id="rId5"/>
    <p:sldLayoutId id="2147483674" r:id="rId6"/>
    <p:sldLayoutId id="2147483671" r:id="rId7"/>
    <p:sldLayoutId id="2147483675" r:id="rId8"/>
    <p:sldLayoutId id="2147483676" r:id="rId9"/>
    <p:sldLayoutId id="2147483670" r:id="rId10"/>
    <p:sldLayoutId id="2147483677" r:id="rId11"/>
    <p:sldLayoutId id="2147483678" r:id="rId12"/>
    <p:sldLayoutId id="2147483664" r:id="rId13"/>
    <p:sldLayoutId id="214748366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300" baseline="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accent3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8692FC88-DAD7-F5AD-7831-DE5432210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12227942" cy="6857997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FD6A3FE-1BF6-4C1A-0553-EBD497A69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119973"/>
            <a:ext cx="9448800" cy="1599150"/>
          </a:xfrm>
        </p:spPr>
        <p:txBody>
          <a:bodyPr anchor="b"/>
          <a:lstStyle/>
          <a:p>
            <a:r>
              <a:rPr lang="en-US" dirty="0"/>
              <a:t>Cs2430 </a:t>
            </a:r>
            <a:r>
              <a:rPr lang="en-US" dirty="0" err="1"/>
              <a:t>proj</a:t>
            </a:r>
            <a:r>
              <a:rPr lang="en-US" dirty="0"/>
              <a:t> 2:</a:t>
            </a:r>
            <a:br>
              <a:rPr lang="en-US" dirty="0"/>
            </a:br>
            <a:r>
              <a:rPr lang="en-US" dirty="0"/>
              <a:t>Sorting Algorithms, Efficiency, and performance</a:t>
            </a:r>
            <a:endParaRPr lang="en-US" sz="4400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C15774B0-D971-67D7-27EB-FDB82B3A58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85505" y="3116687"/>
            <a:ext cx="4012579" cy="1599151"/>
          </a:xfrm>
        </p:spPr>
        <p:txBody>
          <a:bodyPr/>
          <a:lstStyle/>
          <a:p>
            <a:r>
              <a:rPr lang="en-US" dirty="0"/>
              <a:t>Alex branch</a:t>
            </a:r>
          </a:p>
          <a:p>
            <a:r>
              <a:rPr lang="en-US" dirty="0"/>
              <a:t>Julian </a:t>
            </a:r>
            <a:r>
              <a:rPr lang="en-US" dirty="0" err="1"/>
              <a:t>cloward</a:t>
            </a:r>
            <a:endParaRPr lang="en-US" dirty="0"/>
          </a:p>
          <a:p>
            <a:r>
              <a:rPr lang="en-US" dirty="0"/>
              <a:t>Logan chess</a:t>
            </a:r>
          </a:p>
        </p:txBody>
      </p:sp>
    </p:spTree>
    <p:extLst>
      <p:ext uri="{BB962C8B-B14F-4D97-AF65-F5344CB8AC3E}">
        <p14:creationId xmlns:p14="http://schemas.microsoft.com/office/powerpoint/2010/main" val="133073390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ustom 15">
      <a:majorFont>
        <a:latin typeface="Biome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36837_win32_SL_V11" id="{EAD6EF7B-6F25-4469-AF6A-07D6EB1461DD}" vid="{30FEA78B-2F89-4FF0-8415-E3920802C5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77B561B-3A65-4A22-9691-EB838E7F9B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4137456-21FC-4AE2-8A94-BF06CAF2EB9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305301E-11B3-4B9D-A588-21F3C980937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{2D8900B4-0D57-46A6-85E6-B4C6C5384402}TFe8699e8e-689b-4d7e-abcf-e888fd749829d66c6a1b_win32-12e39fe31335</Template>
  <TotalTime>27143</TotalTime>
  <Words>19</Words>
  <Application>Microsoft Office PowerPoint</Application>
  <PresentationFormat>Widescreen</PresentationFormat>
  <Paragraphs>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Nova</vt:lpstr>
      <vt:lpstr>Biome</vt:lpstr>
      <vt:lpstr>Calibri</vt:lpstr>
      <vt:lpstr>Custom</vt:lpstr>
      <vt:lpstr>Cs2430 proj 2: Sorting Algorithms, Efficiency, and performance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 Branch</dc:creator>
  <cp:lastModifiedBy>Alex Branch</cp:lastModifiedBy>
  <cp:revision>18</cp:revision>
  <dcterms:created xsi:type="dcterms:W3CDTF">2025-06-06T03:28:23Z</dcterms:created>
  <dcterms:modified xsi:type="dcterms:W3CDTF">2026-03-21T23:17:24Z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